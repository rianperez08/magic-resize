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18288000" cy="10287000"/>
  <p:notesSz cx="6858000" cy="9144000"/>
  <p:embeddedFontLst>
    <p:embeddedFont>
      <p:font typeface="Canva Sans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5757">
                <a:alpha val="100000"/>
              </a:srgbClr>
            </a:gs>
            <a:gs pos="100000">
              <a:srgbClr val="8C52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54018" y="3040752"/>
            <a:ext cx="8451224" cy="845122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34458" y="2927982"/>
            <a:ext cx="10110013" cy="3101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66"/>
              </a:lnSpc>
            </a:pPr>
            <a:r>
              <a:rPr lang="en-US" sz="1819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METAMA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A20A09-34E1-CC36-11E9-01E5EE6671A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0"/>
            <a:ext cx="13716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0104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000">
        <p159:morph option="byObject"/>
      </p:transition>
    </mc:Choice>
    <mc:Fallback>
      <p:transition spd="slow" advTm="2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Custom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Calibri</vt:lpstr>
      <vt:lpstr>Arial</vt:lpstr>
      <vt:lpstr>Canva Sans Bold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METAMA</dc:title>
  <cp:lastModifiedBy>Bev Lubid</cp:lastModifiedBy>
  <cp:revision>2</cp:revision>
  <dcterms:created xsi:type="dcterms:W3CDTF">2006-08-16T00:00:00Z</dcterms:created>
  <dcterms:modified xsi:type="dcterms:W3CDTF">2025-11-17T09:03:18Z</dcterms:modified>
  <dc:identifier>DAG47nxZsKQ</dc:identifier>
</cp:coreProperties>
</file>