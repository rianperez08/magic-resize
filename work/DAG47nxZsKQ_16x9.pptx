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anva Sans Bold" charset="1" panose="020B08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5757">
                <a:alpha val="100000"/>
              </a:srgbClr>
            </a:gs>
            <a:gs pos="100000">
              <a:srgbClr val="8C52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4018" y="3040752"/>
            <a:ext cx="8451224" cy="84512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34458" y="2927982"/>
            <a:ext cx="10110013" cy="310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6"/>
              </a:lnSpc>
            </a:pPr>
            <a:r>
              <a:rPr lang="en-US" sz="181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DAG47nxZsKQ</dc:identifier>
  <dcterms:modified xsi:type="dcterms:W3CDTF">2011-08-01T06:04:30Z</dcterms:modified>
  <cp:revision>1</cp:revision>
  <dc:title>METAMA</dc:title>
</cp:coreProperties>
</file>