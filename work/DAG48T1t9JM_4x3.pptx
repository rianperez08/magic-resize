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240000" cy="114300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5015" y="3962710"/>
            <a:ext cx="7042687" cy="70426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42333" lIns="42333" bIns="42333" rIns="42333"/>
            <a:lstStyle/>
            <a:p>
              <a:pPr algn="ctr">
                <a:lnSpc>
                  <a:spcPts val="22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8715" y="3868735"/>
            <a:ext cx="8425010" cy="258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2"/>
              </a:lnSpc>
            </a:pPr>
            <a:r>
              <a:rPr lang="en-US" sz="151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DAG48T1t9JM</dc:identifier>
  <dcterms:modified xsi:type="dcterms:W3CDTF">2011-08-01T06:04:30Z</dcterms:modified>
  <cp:revision>1</cp:revision>
  <dc:title>METAMA</dc:title>
</cp:coreProperties>
</file>